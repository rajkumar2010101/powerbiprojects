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4"/>
  </p:sldMasterIdLst>
  <p:notesMasterIdLst>
    <p:notesMasterId r:id="rId8"/>
  </p:notesMasterIdLst>
  <p:handoutMasterIdLst>
    <p:handoutMasterId r:id="rId9"/>
  </p:handoutMasterIdLst>
  <p:sldIdLst>
    <p:sldId id="411" r:id="rId5"/>
    <p:sldId id="408" r:id="rId6"/>
    <p:sldId id="39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9765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5551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404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7987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968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864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9995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4442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969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6573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441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710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177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151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4" r:id="rId13"/>
    <p:sldLayoutId id="2147483710" r:id="rId14"/>
    <p:sldLayoutId id="2147483700" r:id="rId15"/>
    <p:sldLayoutId id="2147483701" r:id="rId16"/>
    <p:sldLayoutId id="2147483659" r:id="rId17"/>
    <p:sldLayoutId id="2147483708" r:id="rId18"/>
    <p:sldLayoutId id="2147483707" r:id="rId19"/>
    <p:sldLayoutId id="2147483706" r:id="rId20"/>
    <p:sldLayoutId id="2147483705" r:id="rId21"/>
    <p:sldLayoutId id="2147483704" r:id="rId2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00" userDrawn="1">
          <p15:clr>
            <a:srgbClr val="547EBF"/>
          </p15:clr>
        </p15:guide>
        <p15:guide id="2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ppts://github.com/rajkumar201010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1B21B-6ABC-45B7-EB14-6D91D78F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078"/>
            <a:ext cx="12192000" cy="691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20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To understand all requirements and take action. The first thing I have to keep in mind is the report deadline. So, I choose the technology and techniques below here: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Power Bi (Dashboard Creation)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Excel and Power Query for Data Cleaning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DAX and Calculated columns for Calculations.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7280" y="4208658"/>
            <a:ext cx="4490827" cy="1753235"/>
          </a:xfrm>
        </p:spPr>
        <p:txBody>
          <a:bodyPr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Charts and icons for effective representation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Cards and dynamic filters.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5130E1-0C65-2FAA-054F-DE7AB0504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283" y="2390766"/>
            <a:ext cx="571517" cy="5715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1B6A53-3A74-18D3-F9C2-ECBD64D08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282" y="3173006"/>
            <a:ext cx="571517" cy="5715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E64258-E187-AB85-2196-8A9E91F71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896" y="3351381"/>
            <a:ext cx="571517" cy="5715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583CDE-3631-7E8A-91DD-3EE6B8A1A4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896" y="2419174"/>
            <a:ext cx="571517" cy="5715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64FD598-FEBD-D96A-A0F0-D56F050FE3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7069" y="2848968"/>
            <a:ext cx="571517" cy="57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3840" y="1463039"/>
            <a:ext cx="4678680" cy="213867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69360" y="4519071"/>
            <a:ext cx="5486400" cy="1896969"/>
          </a:xfrm>
        </p:spPr>
        <p:txBody>
          <a:bodyPr/>
          <a:lstStyle/>
          <a:p>
            <a:pPr algn="ctr"/>
            <a:r>
              <a:rPr lang="en-US" i="1" u="sng" dirty="0">
                <a:solidFill>
                  <a:schemeClr val="bg1"/>
                </a:solidFill>
              </a:rPr>
              <a:t>Raj</a:t>
            </a:r>
          </a:p>
          <a:p>
            <a:r>
              <a:rPr lang="en-US" dirty="0">
                <a:solidFill>
                  <a:schemeClr val="bg1"/>
                </a:solidFill>
              </a:rPr>
              <a:t>+91 7220919815</a:t>
            </a:r>
          </a:p>
          <a:p>
            <a:r>
              <a:rPr lang="en-US" dirty="0">
                <a:solidFill>
                  <a:schemeClr val="bg1"/>
                </a:solidFill>
              </a:rPr>
              <a:t>rajkumarcsemitrc2020@gmail.com</a:t>
            </a:r>
          </a:p>
          <a:p>
            <a:r>
              <a:rPr lang="en-US" dirty="0">
                <a:hlinkClick r:id="rId3"/>
              </a:rPr>
              <a:t>hppts://github.com/rajkumar2010101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Custom 1">
      <a:dk1>
        <a:srgbClr val="7F6000"/>
      </a:dk1>
      <a:lt1>
        <a:srgbClr val="FFF2CC"/>
      </a:lt1>
      <a:dk2>
        <a:srgbClr val="FFD965"/>
      </a:dk2>
      <a:lt2>
        <a:srgbClr val="7F6000"/>
      </a:lt2>
      <a:accent1>
        <a:srgbClr val="FFC000"/>
      </a:accent1>
      <a:accent2>
        <a:srgbClr val="FEE599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79</TotalTime>
  <Words>87</Words>
  <Application>Microsoft Office PowerPoint</Application>
  <PresentationFormat>Widescreen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Corbel</vt:lpstr>
      <vt:lpstr>Wingdings</vt:lpstr>
      <vt:lpstr>Banded</vt:lpstr>
      <vt:lpstr>PowerPoint Presentation</vt:lpstr>
      <vt:lpstr>Effective delivery techniques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Kumar</dc:creator>
  <cp:lastModifiedBy>Sachin Kumar</cp:lastModifiedBy>
  <cp:revision>11</cp:revision>
  <dcterms:created xsi:type="dcterms:W3CDTF">2024-11-01T19:38:54Z</dcterms:created>
  <dcterms:modified xsi:type="dcterms:W3CDTF">2025-11-13T21:44:01Z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